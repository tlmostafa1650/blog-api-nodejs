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blog-api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736092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MONGODB  ·  JWT  ·  JOI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API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58368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Users CRUD · Blog Relations · Joi Validation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8368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RESTful backend built with the MVC architecture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5806440"/>
            <a:ext cx="3291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API sets out to 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2350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679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structure &amp; request lifecycle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49640" y="2350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679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Posts &amp; Comments relations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93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" y="40873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16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roles, and ownership rules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593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63440" y="40873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416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schemas &amp; centralized handling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593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49640" y="40873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Testing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4416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features, and verification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Production-Style Blog Backend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well-structured RESTful API for a Blog System and User Management platform — demonstrating real-world backend patterns end to 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523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6243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with hashed passwords and JWT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369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108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Users, Posts, and Comments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5935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modeling: User → Posts → Comments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0782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(user vs. admin)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628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Joi validation on every write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755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50474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search, filtering &amp; sorting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150876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0" descr="/home/claude/blog-api/icons/shield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970" y="1997050"/>
            <a:ext cx="395021" cy="39502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72400" y="17647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72400" y="213055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 hashing, rate limiting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720840" y="3081528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23" name="Shape 20"/>
          <p:cNvSpPr/>
          <p:nvPr/>
        </p:nvSpPr>
        <p:spPr>
          <a:xfrm>
            <a:off x="6995160" y="34930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1" descr="/home/claude/blog-api/icons/layer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970" y="3569818"/>
            <a:ext cx="395021" cy="39502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772400" y="3337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772400" y="3703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separation across every layer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20840" y="4654296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28" name="Shape 24"/>
          <p:cNvSpPr/>
          <p:nvPr/>
        </p:nvSpPr>
        <p:spPr>
          <a:xfrm>
            <a:off x="6995160" y="506577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2" descr="/home/claude/blog-api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970" y="5142586"/>
            <a:ext cx="395021" cy="39502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0" y="49103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772400" y="5276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schemas guard every request body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85623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blog-api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378" y="1938162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9864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runtime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8064" y="160020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85623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blog-api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02" y="1938162"/>
            <a:ext cx="421356" cy="4213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25603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89504" y="289864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routing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60020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97296" y="185623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blog-api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226" y="1938162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5603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38928" y="289864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96912" y="160020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0" y="185623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blog-api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650" y="1938162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25603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88352" y="289864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modeling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60020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96144" y="185623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blog-api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074" y="1938162"/>
            <a:ext cx="421356" cy="4213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37776" y="25603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37776" y="289864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361188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298448" y="386791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blog-api/icons/shield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378" y="3949842"/>
            <a:ext cx="421356" cy="4213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" y="4572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0080" y="49103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798064" y="361188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547872" y="386791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/home/claude/blog-api/icons/check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802" y="3949842"/>
            <a:ext cx="421356" cy="4213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89504" y="4572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2889504" y="49103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047488" y="361188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797296" y="386791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7" descr="/home/claude/blog-api/icons/im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9226" y="3949842"/>
            <a:ext cx="421356" cy="4213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38928" y="4572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5138928" y="49103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296912" y="361188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046720" y="386791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6" name="Image 8" descr="/home/claude/blog-api/icons/user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650" y="3949842"/>
            <a:ext cx="421356" cy="42135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388352" y="4572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7388352" y="49103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headers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9546336" y="361188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10296144" y="386791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1" name="Image 9" descr="/home/claude/blog-api/icons/cl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8074" y="3949842"/>
            <a:ext cx="421356" cy="421356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637776" y="4572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400" dirty="0"/>
          </a:p>
        </p:txBody>
      </p:sp>
      <p:sp>
        <p:nvSpPr>
          <p:cNvPr id="53" name="Text 41"/>
          <p:cNvSpPr/>
          <p:nvPr/>
        </p:nvSpPr>
        <p:spPr>
          <a:xfrm>
            <a:off x="9637776" y="4910328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guard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— Separation of Concerns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8F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blog-api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253" y="21140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383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HTTP endpoints to middleware &amp; controllers — no DB logic here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51960" y="288036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709160" y="169164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8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blog-api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53" y="211409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83480" y="3383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process requests, call models, shape responses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38160" y="288036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8595360" y="169164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8FA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921240" y="20116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/home/claude/blog-api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653" y="2114093"/>
            <a:ext cx="526694" cy="5266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869680" y="3383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 &amp; relationships between User, Post, Comment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50749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never touch the database directly — every request flows through the pipeline in order.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05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Middleware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cors · express.json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4288" y="26974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32304" y="2377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542032" y="2505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23744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JWT → req.user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87952" y="26974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15968" y="2377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25696" y="2505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(multer)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07408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image files, if any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71616" y="26974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2377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505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validate(schema)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91072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checks the request body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55280" y="26974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3296" y="2377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2505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74736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→ Mongoose model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838944" y="26974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966960" y="2377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2505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success or centralized error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at any stage short-circuits straight to the centralized error handler — controllers never format their own error responses.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Users, Posts &amp; Comments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role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737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47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212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content · author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3291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401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767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user · post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2194560"/>
            <a:ext cx="59436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017520" y="1901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0" cy="64008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736592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83080" y="2651760"/>
            <a:ext cx="0" cy="502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3154680"/>
            <a:ext cx="2880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54680"/>
            <a:ext cx="0" cy="137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comments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489204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856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21945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enum: user / admin — password hashed &amp; hidden by default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2971800"/>
            <a:ext cx="489204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0906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49440" y="34290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tags[], coverImage, isPublished — text-indexed for 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4206240"/>
            <a:ext cx="489204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43251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49440" y="46634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both its author and its parent post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Authorization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blog-api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51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01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with bcrypt (12 rounds); JWT issued on success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44952" y="274320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18338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/home/claude/blog-api/icons/shield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991" y="20555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801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2900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Token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3246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middleware checks the Bearer token on every protected route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742432" y="274320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94360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19" name="Shape 15"/>
          <p:cNvSpPr/>
          <p:nvPr/>
        </p:nvSpPr>
        <p:spPr>
          <a:xfrm>
            <a:off x="688086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0" name="Image 2" descr="/home/claude/blog-api/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471" y="205557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1801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12648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Role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172200" y="3246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restrictTo("admin") gates admin-only endpoints — else 403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439912" y="274320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64108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</p:spPr>
      </p:sp>
      <p:sp>
        <p:nvSpPr>
          <p:cNvPr id="26" name="Shape 21"/>
          <p:cNvSpPr/>
          <p:nvPr/>
        </p:nvSpPr>
        <p:spPr>
          <a:xfrm>
            <a:off x="95783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7" name="Image 3" descr="/home/claude/blog-api/icons/userG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951" y="2055571"/>
            <a:ext cx="460858" cy="46085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78240" y="1801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82396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869680" y="3246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Post/Comment writes compare req.user.id to the resource owner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Validation with Joi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middleware — validate(schema, property) — checks every incoming request against a Joi schema before it reaches a controller. Failures return 400 with a full, itemized error list.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426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511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(min 3) · email (valid) · password (min 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423160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26426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5511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(valid) · password (required)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30168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8496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58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0873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(min 5) · content (min 10) · category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630168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38496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758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0873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fields, all optional — at least one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37176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0566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9651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29437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(min 1, required)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4837176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50566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9651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529437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email / password / avatar — at least one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515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1600200"/>
            <a:ext cx="393192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1600200"/>
            <a:ext cx="233172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7490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6596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00200" y="1965960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9659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965960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96596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965960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96596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368296"/>
            <a:ext cx="105156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368296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2368296"/>
            <a:ext cx="39319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36829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368296"/>
            <a:ext cx="23317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3682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(rate-limited)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63840" y="2368296"/>
            <a:ext cx="374904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6829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receive a JWT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770632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7063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00200" y="2770632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27706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2770632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77063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63840" y="2770632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7706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users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172968"/>
            <a:ext cx="105156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17296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00200" y="3172968"/>
            <a:ext cx="39319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91640" y="31729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32120" y="3172968"/>
            <a:ext cx="23317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17296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63840" y="3172968"/>
            <a:ext cx="374904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31729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or avatar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3575304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575304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00200" y="357530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35753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532120" y="3575304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357530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63840" y="3575304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357530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posts — paginated, searchable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3977640"/>
            <a:ext cx="105156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97764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600200" y="3977640"/>
            <a:ext cx="39319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91640" y="39776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532120" y="3977640"/>
            <a:ext cx="23317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23560" y="39776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863840" y="3977640"/>
            <a:ext cx="374904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39776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post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4379976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379976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600200" y="4379976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91640" y="437997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/api/posts/:id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532120" y="4379976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23560" y="437997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863840" y="4379976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55280" y="43799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post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4782312"/>
            <a:ext cx="105156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478231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600200" y="4782312"/>
            <a:ext cx="39319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91640" y="478231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/api/posts/:id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532120" y="4782312"/>
            <a:ext cx="23317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23560" y="478231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863840" y="4782312"/>
            <a:ext cx="374904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55280" y="47823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post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48640" y="5184648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518464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600200" y="5184648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691640" y="5184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/api/posts/:postId/comments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532120" y="5184648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23560" y="518464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863840" y="5184648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55280" y="51846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comment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8640" y="5586984"/>
            <a:ext cx="105156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" y="5586984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600200" y="5586984"/>
            <a:ext cx="39319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91640" y="55869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/api/comments/:id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532120" y="5586984"/>
            <a:ext cx="233172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23560" y="558698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863840" y="5586984"/>
            <a:ext cx="3749040" cy="402336"/>
          </a:xfrm>
          <a:prstGeom prst="rect">
            <a:avLst/>
          </a:prstGeom>
          <a:solidFill>
            <a:srgbClr val="F4F8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955280" y="558698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comment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Pagination, Search &amp; Filtering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blog-api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511" y="25584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?page= &amp; ?limit=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 results, default 10 per page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4201668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blog-api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279" y="255849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?search=keyword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93008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match on title &amp; content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80176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6917436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blog-api/icons/layer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047" y="255849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17336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?category= &amp; ?author=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08776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filters on GET /api/posts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95944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9633204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blog-api/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815" y="255849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33104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?sort=-createdAt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924544" y="37947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any field, "-" for descending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074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/api/posts?page=1&amp;limit=10&amp;search=node&amp;category=tech&amp;sort=-createdAt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 Handling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controller is wrapped with asyncWrapper and throws an AppError. A single middleware, registered last, turns any error into a safe, consistent JSON response.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Mongo 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906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30906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124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37124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3425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/ expired token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433425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56048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560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49560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(hidden details)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41732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20840" y="222199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0939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bcrypt, never returned in API responses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27523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26243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 with a server-side secret; short-lived &amp; verified every request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2826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154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throttles brute-force login attempts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381304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6850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sets protective HTTP headers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43434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21538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Non-admins cannot change their own role field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8737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474573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 hides stack traces &amp; internals from clients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Verification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blog-api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51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Checks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validated with node --check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8338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blog-api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991" y="205557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Resolution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7472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loaded standalone — all routes mount cleanly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4360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8086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blog-api/icons/v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471" y="20555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HTTP Checks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7220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check, 404s, validation errors, auth guard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41080" y="16916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783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blog-api/icons/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951" y="205557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Full-Flow Smoke Test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86968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login → CRUD → ownership rules → cleanup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assertions passed — 401 / 403 / 404 / 400 responses confirmed alongside every happy-path flow.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9144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blog-api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Complete. Secure. Verified.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645920" y="306324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of the assignment — MVC architecture, relational models, JWT auth, role &amp; ownership authorization, Joi validation, pagination/search, image uploads, and centralized error handling — implemented and tested end to end.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19456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1945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Elhosseny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31620" y="4343400"/>
            <a:ext cx="731520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23011539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73652" y="219456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073652" y="21945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47872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Ganna Mohamed Abdulfattah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02252" y="4343400"/>
            <a:ext cx="73152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23012138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44284" y="2194560"/>
            <a:ext cx="1188720" cy="11887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44284" y="21945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18504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Abdelrahman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72884" y="4343400"/>
            <a:ext cx="731520" cy="0"/>
          </a:xfrm>
          <a:prstGeom prst="line">
            <a:avLst/>
          </a:prstGeom>
          <a:noFill/>
          <a:ln w="15875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23012009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51976" y="182880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14916" y="219456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614916" y="21945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89136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843516" y="4343400"/>
            <a:ext cx="731520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9136" y="4434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23011493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2026-09-09T03:45:00Z</dcterms:created>
  <dcterms:modified xsi:type="dcterms:W3CDTF">2026-09-09T03:45:00Z</dcterms:modified>
</cp:coreProperties>
</file>